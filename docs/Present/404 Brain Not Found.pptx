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26"/>
  </p:normalViewPr>
  <p:slideViewPr>
    <p:cSldViewPr snapToGrid="0" snapToObjects="1">
      <p:cViewPr varScale="1">
        <p:scale>
          <a:sx n="90" d="100"/>
          <a:sy n="90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561ED-C07E-1446-8217-0F6D8CE3656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3870B-40E6-5142-9A39-E20FC2BB31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37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3870B-40E6-5142-9A39-E20FC2BB31B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822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72393-FD9C-2947-9748-259EC5393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13CBF0-E2F8-DF47-8F27-E68AC067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0EC9F5-595D-EA47-A189-F27E1F57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1AD8FB-8CCD-CD4C-A932-89530497D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3DBE33-CD61-A843-ADB3-914B4F94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6015F-AF95-834B-A436-C091F35C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ACF0A7-4E92-8B43-9C3D-FE2DFE64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D0CAE9-99C4-0041-852E-880009DE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C39C32-3477-B541-BEAC-C8F46C86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6C8823-AE99-7C46-868B-60CCCE09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19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48708-C888-E548-8FF0-EB43074F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2E0D71-FFB6-8C48-A45E-9079FF292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C3DC47-2D09-6D4C-B18D-0B09C7BE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654DB0-4143-A143-ABC5-4258C4D5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6E002-2949-0A4B-BC4D-BC8B8F40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42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10780-58D0-7140-949B-26133C21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CD18F9-80EF-674F-83EC-2196DE1DF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2A8F6D-1244-6943-935A-C2AC6E0D1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78011-06CA-FC4D-B944-A9B3DB49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D47ADE-F4B6-AD42-8390-18ECE719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305192-DC70-CD46-AF0A-8947E175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91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D77C3-E6D3-C745-863F-4620D51D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2F2DCA-9EF8-1540-832D-880B63D93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793CA9-B2A9-BC4A-AFDB-EAC257FC6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18C9CE-44D2-944A-BA1F-58E12207C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B43647-745B-8942-AA55-F1BF03E7D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0E67ACA-07B4-0141-AD9D-CCCD395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36F1DE-282E-7044-AED4-DC64C301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5DCEE7-2420-4E40-A625-83263C19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77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79285-179A-C843-9447-58D9ED9F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EE26EC-D7F8-3740-BB37-13EFF3CC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34D9D3-BC32-9242-9CE0-55FB02864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A37EE6-99C5-2C4E-8498-8BF0218C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30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9AEB48B-59A2-5E46-8077-94FA18073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4BECAD6-9562-B045-9574-DB04ECB8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32CC7B-70D2-A44F-9E6A-7A06AF99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40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9F615-E3BF-AA4F-B4CC-64E5D1EA4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F8853F-F652-6848-B658-EA2CC6A6E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49ABAF-CD56-D548-953E-951F2A0E2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73B263-42E0-5E4E-968F-7C5152FC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927245-A56E-BB47-9ABE-89AC212C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4D08F9-0FF7-1F42-BDD6-BE85194C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66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A3D78-D2DD-4F49-B2B0-67D70AB8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8747E7-D50F-3C4A-B5E6-7B2E42DA9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327400-93D6-2340-B2C5-6D62B5AF5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204E0E-072E-E545-B21F-8D4C608F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3941C7-9458-A140-AFD8-96FA7990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680A47-9884-EB46-8B04-4195D84D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14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96557C-FF98-4545-AC76-F788A97F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5BC449-63BB-D944-9ECE-F3BCEBD7D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1A0871-824F-7C48-BA28-0DF849C8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5F436-6D37-A248-8A1C-43ECBA5B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1EF64E-6A5C-084C-BCD1-BC5B78EC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22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054A49-BC96-E441-ADCC-1CB81D142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88DC8B-A50D-7949-B14D-AEEA92930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FE916D-88D1-344D-A263-D51D4952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132333-546B-F440-8391-E81979D7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EB12C0-2E18-164E-933A-84E83D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49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13CCD-EBE7-2343-AD26-0E840C1C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BE5E2F-7670-D041-9E5E-9C58D008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31C954-53D7-A74A-91E7-0F7786CA0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AC7DC-D11D-2A43-87A9-749F7073EDA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B3DC6-0813-C740-9C11-DE66625DB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22FA41-702A-454F-A486-06FD9114E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F86E7-7315-A641-A9CC-1A4BC3CA1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6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40543-5882-F547-8992-4AA4609AA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DF8277-EA8E-5F4E-BECE-162AF86B5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0FF4FE-1A99-674D-8352-D6E0EA0A2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516" y="-47491"/>
            <a:ext cx="12299324" cy="691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3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CD846-E789-AB49-A3EA-36890978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3F1DD0-07D6-FB45-899C-7E0A0523A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880" y="-8653"/>
            <a:ext cx="12204879" cy="6865244"/>
          </a:xfrm>
        </p:spPr>
      </p:pic>
    </p:spTree>
    <p:extLst>
      <p:ext uri="{BB962C8B-B14F-4D97-AF65-F5344CB8AC3E}">
        <p14:creationId xmlns:p14="http://schemas.microsoft.com/office/powerpoint/2010/main" val="112143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2D437-6538-1F4B-AE70-EF3B0AE5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A4F93C-FC4E-D94F-98AE-5885426D4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0834" y="-20124"/>
            <a:ext cx="12333668" cy="6987594"/>
          </a:xfrm>
        </p:spPr>
      </p:pic>
    </p:spTree>
    <p:extLst>
      <p:ext uri="{BB962C8B-B14F-4D97-AF65-F5344CB8AC3E}">
        <p14:creationId xmlns:p14="http://schemas.microsoft.com/office/powerpoint/2010/main" val="386332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C5B5D-3758-D945-BB1B-3BD50C12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D777703C-760F-B745-8E3A-F150F796D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2880" y="-10063"/>
            <a:ext cx="12204879" cy="6968075"/>
          </a:xfrm>
        </p:spPr>
      </p:pic>
    </p:spTree>
    <p:extLst>
      <p:ext uri="{BB962C8B-B14F-4D97-AF65-F5344CB8AC3E}">
        <p14:creationId xmlns:p14="http://schemas.microsoft.com/office/powerpoint/2010/main" val="83257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EFE613-E1AC-404C-9B0F-89776E55D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394" y="-12880"/>
            <a:ext cx="12282152" cy="69087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2E1D3-844A-EA42-ACE0-B799F557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138375" y="2778693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" name="2026_05_13_07_15_35_online_video_cutter_com_online_video_cutter" descr="2026_05_13_07_15_35_online_video_cutter_com_online_video_cutter">
            <a:hlinkClick r:id="" action="ppaction://media"/>
            <a:extLst>
              <a:ext uri="{FF2B5EF4-FFF2-40B4-BE49-F238E27FC236}">
                <a16:creationId xmlns:a16="http://schemas.microsoft.com/office/drawing/2014/main" id="{96487F74-7BC4-4C4D-9622-2454877C7827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1701.7032" end="724.4166"/>
                </p14:media>
              </p:ext>
            </p:extLst>
          </p:nvPr>
        </p:nvPicPr>
        <p:blipFill rotWithShape="1">
          <a:blip r:embed="rId5"/>
          <a:srcRect t="11893" b="8319"/>
          <a:stretch/>
        </p:blipFill>
        <p:spPr>
          <a:xfrm>
            <a:off x="1580356" y="2077637"/>
            <a:ext cx="9031287" cy="4053238"/>
          </a:xfrm>
        </p:spPr>
      </p:pic>
    </p:spTree>
    <p:extLst>
      <p:ext uri="{BB962C8B-B14F-4D97-AF65-F5344CB8AC3E}">
        <p14:creationId xmlns:p14="http://schemas.microsoft.com/office/powerpoint/2010/main" val="305994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64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A7F97-B904-1547-AAA1-B60E0048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4222A7-0993-5148-8F37-721C47ADD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1515" y="-17707"/>
            <a:ext cx="12269273" cy="6901466"/>
          </a:xfrm>
        </p:spPr>
      </p:pic>
    </p:spTree>
    <p:extLst>
      <p:ext uri="{BB962C8B-B14F-4D97-AF65-F5344CB8AC3E}">
        <p14:creationId xmlns:p14="http://schemas.microsoft.com/office/powerpoint/2010/main" val="244032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50181-69E4-C446-B1DE-129C67C2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658C0A6-3548-D841-B105-D9A53EAEE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759" y="-56345"/>
            <a:ext cx="12337961" cy="6940103"/>
          </a:xfrm>
        </p:spPr>
      </p:pic>
    </p:spTree>
    <p:extLst>
      <p:ext uri="{BB962C8B-B14F-4D97-AF65-F5344CB8AC3E}">
        <p14:creationId xmlns:p14="http://schemas.microsoft.com/office/powerpoint/2010/main" val="132120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BDE13-97BE-6D47-A0C3-95CFCFF6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EF98B2A-07A6-9244-A791-E16945CD5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8538" y="-10408"/>
            <a:ext cx="12256295" cy="6894166"/>
          </a:xfrm>
        </p:spPr>
      </p:pic>
    </p:spTree>
    <p:extLst>
      <p:ext uri="{BB962C8B-B14F-4D97-AF65-F5344CB8AC3E}">
        <p14:creationId xmlns:p14="http://schemas.microsoft.com/office/powerpoint/2010/main" val="370823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5E318-E70C-E241-B554-650CFEC9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558619-882E-6A42-854C-A73C1C3A4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879" y="-34612"/>
            <a:ext cx="12299324" cy="6918370"/>
          </a:xfrm>
        </p:spPr>
      </p:pic>
    </p:spTree>
    <p:extLst>
      <p:ext uri="{BB962C8B-B14F-4D97-AF65-F5344CB8AC3E}">
        <p14:creationId xmlns:p14="http://schemas.microsoft.com/office/powerpoint/2010/main" val="83711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C4871-3238-CF45-BCE4-ECB8D57E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73540C9-DEEA-FF49-85C6-D3FE8BE96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879" y="-34612"/>
            <a:ext cx="12299324" cy="6918370"/>
          </a:xfrm>
        </p:spPr>
      </p:pic>
    </p:spTree>
    <p:extLst>
      <p:ext uri="{BB962C8B-B14F-4D97-AF65-F5344CB8AC3E}">
        <p14:creationId xmlns:p14="http://schemas.microsoft.com/office/powerpoint/2010/main" val="532164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B78DF-8948-DE47-86E8-2A83C9A5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081F9C-5F74-3B48-AC9C-912D7E39A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879" y="-20124"/>
            <a:ext cx="12312203" cy="6925614"/>
          </a:xfrm>
        </p:spPr>
      </p:pic>
    </p:spTree>
    <p:extLst>
      <p:ext uri="{BB962C8B-B14F-4D97-AF65-F5344CB8AC3E}">
        <p14:creationId xmlns:p14="http://schemas.microsoft.com/office/powerpoint/2010/main" val="411505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7682C-CDEF-2741-B4A9-B761EBD6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01CEC3F-CFDD-C840-9ED4-53059E668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880" y="-56412"/>
            <a:ext cx="12363719" cy="6954591"/>
          </a:xfrm>
        </p:spPr>
      </p:pic>
    </p:spTree>
    <p:extLst>
      <p:ext uri="{BB962C8B-B14F-4D97-AF65-F5344CB8AC3E}">
        <p14:creationId xmlns:p14="http://schemas.microsoft.com/office/powerpoint/2010/main" val="368005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</Words>
  <Application>Microsoft Macintosh PowerPoint</Application>
  <PresentationFormat>Широкоэкранный</PresentationFormat>
  <Paragraphs>1</Paragraphs>
  <Slides>12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2026-05-13T04:21:27Z</dcterms:created>
  <dcterms:modified xsi:type="dcterms:W3CDTF">2026-05-13T04:49:13Z</dcterms:modified>
</cp:coreProperties>
</file>